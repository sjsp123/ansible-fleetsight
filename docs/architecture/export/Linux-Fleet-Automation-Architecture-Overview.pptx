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651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Linux Fleet Automation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429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Operational Visibility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automation platform gives the fleet one consistent way to collect logs, watch for problems, and report on host health.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32888" cy="4114800"/>
          </a:xfrm>
          <a:prstGeom prst="rect">
            <a:avLst/>
          </a:prstGeom>
          <a:solidFill>
            <a:srgbClr val="F9F8F5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Centralized visibility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0756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host in the fleet forwards logs and inventory to one place — no more logging into individual servers to find out what happened.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965960"/>
            <a:ext cx="2532888" cy="4114800"/>
          </a:xfrm>
          <a:prstGeom prst="rect">
            <a:avLst/>
          </a:prstGeom>
          <a:solidFill>
            <a:srgbClr val="F9F8F5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224028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detection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30168" y="2926080"/>
            <a:ext cx="20756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watchers check for service failures, disk pressure, and identity/sync issues, and raise email alerts before they become incidents.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965960"/>
            <a:ext cx="2532888" cy="4114800"/>
          </a:xfrm>
          <a:prstGeom prst="rect">
            <a:avLst/>
          </a:prstGeom>
          <a:solidFill>
            <a:srgbClr val="F9F8F5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224028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Repeatable &amp; safe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83096" y="2926080"/>
            <a:ext cx="20756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is built as a tested, idempotent automation role — changes are validated in a controlled environment before reaching production.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1965960"/>
            <a:ext cx="2532888" cy="4114800"/>
          </a:xfrm>
          <a:prstGeom prst="rect">
            <a:avLst/>
          </a:prstGeom>
          <a:solidFill>
            <a:srgbClr val="F9F8F5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6024" y="224028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manual toil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36024" y="2926080"/>
            <a:ext cx="207568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inventory, patch history, and configuration reporting are generated automatically instead of collected by hand across the fleet.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Fleet Automation — System Architecture &amp; Operational Visibility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fits together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hosts, the identity realm, the collector, dashboards, and email alerting all connect through one automation platform.</a:t>
            </a:r>
            <a:endParaRPr lang="en-US" sz="1300" dirty="0"/>
          </a:p>
        </p:txBody>
      </p:sp>
      <p:pic>
        <p:nvPicPr>
          <p:cNvPr id="4" name="Image 0" descr="/home/user/workspace/ansible_operations/docs/architecture/export/01-system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600200"/>
            <a:ext cx="92171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Fleet Automation — System Architecture &amp; Operational Visibility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pipelines, one host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 and the fleet dashboard run independently on the same collector host — each can be upgraded or restarted without affecting the other.</a:t>
            </a:r>
            <a:endParaRPr lang="en-US" sz="1300" dirty="0"/>
          </a:p>
        </p:txBody>
      </p:sp>
      <p:pic>
        <p:nvPicPr>
          <p:cNvPr id="4" name="Image 0" descr="/home/user/workspace/ansible_operations/docs/architecture/export/02-log-collector-pipe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354" y="1600200"/>
            <a:ext cx="9488245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Fleet Automation — System Architecture &amp; Operational Visibility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execution order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centralized logging automation applies roles in a fixed, dependency-aware order across three host groups: the collector, log-forwarding clients, and the identity realm.</a:t>
            </a:r>
            <a:endParaRPr lang="en-US" sz="1300" dirty="0"/>
          </a:p>
        </p:txBody>
      </p:sp>
      <p:pic>
        <p:nvPicPr>
          <p:cNvPr id="4" name="Image 0" descr="/home/user/workspace/ansible_operations/docs/architecture/export/03-centralized-logging-role-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326" y="1600200"/>
            <a:ext cx="78683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Fleet Automation — System Architecture &amp; Operational Visibility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&amp;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17236" cy="4663440"/>
          </a:xfrm>
          <a:prstGeom prst="rect">
            <a:avLst/>
          </a:prstGeom>
          <a:solidFill>
            <a:srgbClr val="F9F8F5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today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7685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 and the fleet dashboard are both running in a controlled test environment.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currently protected by a single shared credential.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conditions are validated: disk, service-failure, and identity/sync watchers are in place.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growth and retention are being monitored ahead of a production sizing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23076" y="1371600"/>
            <a:ext cx="5317236" cy="4663440"/>
          </a:xfrm>
          <a:prstGeom prst="rect">
            <a:avLst/>
          </a:prstGeom>
          <a:solidFill>
            <a:srgbClr val="EFF7F7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97396" y="164592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next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97396" y="2194560"/>
            <a:ext cx="47685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both dashboards to identity-realm single sign-on, replacing the shared credential.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TLS on both dashboards using corporate-issued certificates.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per-request username logging so dashboard access is individually auditable.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validated changes into the production estate once sign-off and sizing are confirmed.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Fleet Automation — System Architecture &amp; Operational Visibility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any part of the architecture, current status, or rollout plan in more detail.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2026-09-15T13:29:18Z</dcterms:created>
  <dcterms:modified xsi:type="dcterms:W3CDTF">2026-09-15T13:29:18Z</dcterms:modified>
</cp:coreProperties>
</file>